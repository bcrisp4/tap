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Unread · Light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Unread · Sepia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Unread · Dark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Reader · Light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Reader · Sepia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Reader · Dark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Saved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Saved · Empty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Categories · Reassign popover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Categories · Delete confirm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Feeds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Feeds · Errors filter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Feeds · Add feed dialog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Settings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Settings · Recovery codes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Desktop · Admin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Unread · Light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Unread · Dark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Categories · Move sheet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Feeds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548640"/>
            <a:ext cx="11825935" cy="6126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· Reader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2026-05-11T04:05:21Z</dcterms:created>
  <dcterms:modified xsi:type="dcterms:W3CDTF">2026-05-11T04:05:21Z</dcterms:modified>
</cp:coreProperties>
</file>